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73152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W5 工作汇报</a:t>
            </a:r>
            <a:endParaRPr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3BA7A5"/>
                </a:solidFill>
                <a:latin typeface="微软雅黑" panose="020B0503020204020204" charset="-122"/>
                <a:ea typeface="微软雅黑" panose="020B0503020204020204" charset="-122"/>
              </a:rPr>
              <a:t>火花计划 + 综合 · 连续陪伴 · 三档提醒 · 签到抽奖 · 里程碑解锁</a:t>
            </a:r>
            <a:endParaRPr sz="2100" b="1">
              <a:solidFill>
                <a:srgbClr val="3BA7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8553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汇报人：李文扬（架构 / 集成）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长夜月 · 蓝思杯赛道一：灵伴管家（智能体应用）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A2E"/>
                </a:solidFill>
                <a:latin typeface="微软雅黑" panose="020B0503020204020204" charset="-122"/>
                <a:ea typeface="微软雅黑" panose="020B0503020204020204" charset="-122"/>
              </a:rPr>
              <a:t>单周结论：</a:t>
            </a:r>
            <a:endParaRPr sz="1500" b="1">
              <a:solidFill>
                <a:srgbClr val="E87A2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W5 火花计划按排期完成——从"会陪伴"到"记得陪你、催你回来续火"，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并完成决策引擎 + 火花 + 纪念日双栈统一调度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单周结论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7432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566928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火花计划引擎（SparkEngine）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983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连续陪伴：点燃 / 续火 / 断档熄灭 / 回归挽回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0~5 档佩戴：连续天数//7，封顶 5 档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三档提醒：18:00 / 21:00 / 23:00 催续火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每日任务：4 点随机刷新 2 个，完成 +2 抽奖机会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签到抽奖：概率出奖 + 200 次保底超级大奖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27432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双栈集成（决策引擎 + 火花 + 纪念日）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83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build_spark_tree 并入决策引擎主树（置前）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on_tick 统一调度：火花提醒 + 纪念日 + 主动关怀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互动事件 → 连续陪伴 + 每日任务进度双向驱动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抽奖经验 weekly-exempt：不计每周上限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里程碑解锁：功能 / LED 灯位 / 肤位占位</a:t>
            </a:r>
            <a:endParaRPr sz="12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11064240" cy="16002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6817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87A2E"/>
                </a:solidFill>
                <a:latin typeface="微软雅黑" panose="020B0503020204020204" charset="-122"/>
                <a:ea typeface="微软雅黑" panose="020B0503020204020204" charset="-122"/>
              </a:rPr>
              <a:t>一周合起来看：</a:t>
            </a:r>
            <a:endParaRPr sz="1450" b="1">
              <a:solidFill>
                <a:srgbClr val="E87A2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W4 让狗"懂感情"，W5 让狗"记得陪伴、会提醒、有成长外观"——排期 9.18 前的软件主线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（感知→成长→答题→情感→火花陪伴）已全部打通，剩 W6 稳定性收尾 + W7 打磨提交。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2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排期对照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3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205" y="923290"/>
            <a:ext cx="8938260" cy="5603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W5 成果① 火花计划引擎：连续陪伴 + 三档提醒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206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连续陪伴状态机（register_activity / settle_missed_days）</a:t>
            </a:r>
            <a:endParaRPr sz="130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2194560" cy="9144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首次点燃
new（连续 1 天）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00400" y="2103120"/>
            <a:ext cx="2468880" cy="91440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续火 keep
连续互动 +1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971800" y="2560320"/>
            <a:ext cx="228600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383280"/>
            <a:ext cx="2194560" cy="9144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熄灭 extinguish
断档 ≥2 天归零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 flipH="1">
            <a:off x="1874519" y="3017520"/>
            <a:ext cx="137161" cy="36576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3383280"/>
            <a:ext cx="2468880" cy="91440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挽回 recover
回归互动重燃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3017520"/>
            <a:ext cx="365760" cy="365760"/>
          </a:xfrm>
          <a:prstGeom prst="line">
            <a:avLst/>
          </a:prstGeom>
          <a:ln w="2540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526280"/>
            <a:ext cx="4983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档位 = 连续天数//7，封顶 5 档（0~5 佩戴）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历史最高天数保留（max_days），挽回不丢纪录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数据落 streak 表（W1 预置），与 exp_engine 同口径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394960" cy="4206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三档提醒 18:00 / 21:00 / 23:00（当天未续火才提醒）</a:t>
            </a:r>
            <a:endParaRPr sz="130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4892040" cy="86868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18:00  温和：「主人，今天还没陪我呢，来点个火续上连续陪伴吧～」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92240" y="3108960"/>
            <a:ext cx="4892040" cy="8686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21:00  变弱：「主人，都这个点了，再不来续火，我们的火花就要变弱啦。」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92240" y="4114800"/>
            <a:ext cx="489204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23:00  最后：「主人，最后一小时啦！再不续火，今天的火花就要熄灭咯。」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512064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去重：同档当天只提醒一次（mark_reminded）；已互动当天不提醒。</a:t>
            </a:r>
            <a:endParaRPr sz="10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4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W5 成果② 每日任务 + 签到抽奖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206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每日任务（每天 4 点随机刷新 2 个）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9834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任务池：抚摸 / 握手 / 呼唤 / 散步 / 答题 / 通风</a:t>
            </a:r>
            <a:endParaRPr sz="11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report_event(source) 按互动事件累计进度</a:t>
            </a:r>
            <a:endParaRPr sz="11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答对才算 quiz、通风完成才算 ventilate</a:t>
            </a:r>
            <a:endParaRPr sz="11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全部完成 → +2 次抽奖机会（task_bonus 只发一次）</a:t>
            </a:r>
            <a:endParaRPr sz="11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数据：daily_task 表（W1 预置，UNIQUE(date, task_type)）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206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566928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签到 + 抽奖（40/30/20/9.5/0.5% · 200 次保底）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83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每日签到 → +1 次抽奖机会（sign_in 每天 1 次）</a:t>
            </a:r>
            <a:endParaRPr sz="11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· 完成每日养成 → +2 次（与任务加成合并）</a:t>
            </a:r>
            <a:endParaRPr sz="11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92240" y="3657600"/>
            <a:ext cx="4892040" cy="14173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3767328"/>
            <a:ext cx="457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奖池：三等奖+20(40%) / 二等奖+50(30%) / 一等奖+100(20%)</a:t>
            </a:r>
            <a:endParaRPr sz="10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特等奖+500(9.5%) / 超级大奖+10000(0.5%)</a:t>
            </a:r>
            <a:endParaRPr sz="10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200 次未中 → 第 200 次保底出超级大奖（spark_meta.pity）</a:t>
            </a:r>
            <a:endParaRPr sz="10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抽奖经验 weekly-exempt：加累计经验/等级，不计周上限</a:t>
            </a:r>
            <a:endParaRPr sz="10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5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W5 成果③ 里程碑解锁玩法接入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0515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对齐狗2.md 等级解锁：核心功能 1~9 级解锁、10 级核心完成；后续非核心每 5 级一项到 30 级。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milestone_unlocks(level) 纯函数返回：功能列表 + LED 灯位 + 肤位外观（数据占位，供前端消费）。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6974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754880"/>
                <a:gridCol w="2560320"/>
                <a:gridCol w="2651760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解锁玩法（功能）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LED 灯位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肤位外观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LV.1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基础功能（时钟/天气/智能家居管理）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耳部 LED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经典白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LV.5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+监控/空气质量检测…（7 项）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眼部 LED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暖橙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LV.10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核心功能解锁完成（12 项）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胸背 LED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星空蓝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LV.15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非核心功能·A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四肢 LED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薄荷绿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LV.20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非核心功能·B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尾部 LED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曜石黑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LV.30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非核心功能·D（到 30 级完整）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全身 LED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鎏金</a:t>
                      </a:r>
                      <a:endParaRPr sz="10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23560"/>
            <a:ext cx="11064240" cy="822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定位：LED 灯位 / 肤位为数据占位——前端主题/皮肤切换与"机器狗外观随等级成长"先按占位画槽位/色块，最终资源由设计侧落地。</a:t>
            </a:r>
            <a:endParaRPr sz="11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6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W5 成果④ 双栈集成：决策引擎 + 火花 + 纪念日统一调度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286000" cy="137160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on_tick 周期检查
（节点 60s 定时器）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63240" y="1828800"/>
            <a:ext cx="2286000" cy="13716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行为决策引擎主树
（BT Selector）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06440" y="1828800"/>
            <a:ext cx="2286000" cy="137160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火花子树
build_spark_tree
三档提醒 + 状态联动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49640" y="1828800"/>
            <a:ext cx="2286000" cy="137160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纪念日/仪式/关怀
（W4 已有）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834640" y="2514600"/>
            <a:ext cx="228600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49240" y="2514600"/>
            <a:ext cx="457200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2440" y="2514600"/>
            <a:ext cx="457200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657600"/>
            <a:ext cx="11064240" cy="11887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行为口径（重要）：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火花提醒子树置前——今天还没互动时，18/21/23 的催续火优先于晚安仪式/深夜关怀</a:t>
            </a:r>
            <a:endParaRPr sz="11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（"没回家的人先喊回来续火，不道晚安"）；已互动则火花不触发，照常走仪式。</a:t>
            </a:r>
            <a:endParaRPr sz="11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64240" cy="10058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87A2E"/>
                </a:solidFill>
                <a:latin typeface="微软雅黑" panose="020B0503020204020204" charset="-122"/>
                <a:ea typeface="微软雅黑" panose="020B0503020204020204" charset="-122"/>
              </a:rPr>
              <a:t>互动事件双向驱动：</a:t>
            </a:r>
            <a:endParaRPr sz="1250" b="1">
              <a:solidFill>
                <a:srgbClr val="E87A2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决策事件 → register_activity（连续陪伴）+ report_event（每日任务进度）→ 火花状态事件 → 主树联动话术（续火/点燃/挽回/熄灭）。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7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质量验证与实测数据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6400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单测 75/75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W5 新增 28（火花 18
+ 决策集成 10）
旧 47 项不回归
纯逻辑无 ROS 可复跑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55848" y="1463040"/>
            <a:ext cx="269748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 0 新增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55848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0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全部复用 W1 接口与表
（streak/daily_task/
daily_reward + 自建
spark_meta 兜底）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63056" y="1463040"/>
            <a:ext cx="2697480" cy="6400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编译检查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63056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81928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新增/改动 11 个
Python 文件
py_compile 全过
（ROS 节点亦通过）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70264" y="1463040"/>
            <a:ext cx="2697480" cy="64008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演示可复现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70264" y="2194560"/>
            <a:ext cx="269748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89136" y="2331720"/>
            <a:ext cx="24597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standalone_demo_w5.py
六幕时间轴
--fast 快速模式
start_demo.sh 一键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064240" cy="9144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W5 demo 实测：点燃→续火→升档 → 三档提醒（18/21/23 依次催续火）→ 断档熄灭→挽回重燃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→ 每日任务完成 +2 机会 → 签到+抽奖（三等/二等/特等实时加点升级，周经验不变）→ LV.20 解锁 14 功能 + 5 LED + 5 肤位。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064240" cy="73152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⏳ 待验证：Ubuntu 侧编译 / 决策节点火花提醒日志 / start_demo 全流程 / 双机联调（需环境，见风险页）——W5 无新增接口，风险低。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8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小组成员进展与下一步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526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牛浩然（前端 / 后端）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W5 本周要干嘛（排期）：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后端：每日任务 API（4 点刷新/随机任务）+ 成就查询 API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后端：签到/抽奖 API（每日签到 1、任务完成 +2，200 保底）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后端：火花 API（连续天数/0-5 档/续火/熄灭/挽回）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前端：火花展示 + 每日任务面板 + 成就徽章页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前端：主题/皮肤切换 + 外观随等级成长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依赖与衔接：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SparkEngine 已就绪（18 项单测锁定），直接包一层 API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lottery_gain() 已加好，抽奖经验不计周上限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LED/肤位先用占位画槽位，最终资源待设计侧补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94960" cy="4526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5486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黄鑫禹（创意 / 测试）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W5 本周要干嘛（排期）：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端到端回归：遛狗→抚摸→答题→升级→火花 一整套回放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边界：断网、跨日、跨周、重复触发防重复加点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依赖与衔接：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W5 已提供：火花全链路 + 六幕 demo + 一键启动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跨日/跨周/防重复可直接用 spark 的 date 参数单测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手感反馈：</a:t>
            </a:r>
            <a:endParaRPr sz="12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三档提醒一天催三次的密度、断档一天就熄灭的宽容度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· 抽奖概率节奏（可脚本模拟 N 次看分布）→ 调参建议</a:t>
            </a:r>
            <a:endParaRPr sz="11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协作方式不变：任务照会已单独成文（docs/任务清单_W5_*.md），含依赖、验收标准、现在就能做的第一步。</a:t>
            </a:r>
            <a:endParaRPr sz="12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9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风险、下一步（W6）与需要的支持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566160"/>
                <a:gridCol w="438912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 / 待办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Ubuntu 侧编译/联调未完成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W5 成果未在真实 ROS 环境回归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首要待办；W5 无新增接口，预计一次编译即可验证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火花/抽奖参数为初版经验值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提醒密度、保底节奏可能与理想手感有偏差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黄鑫禹 W5 手感实测 → 出调参建议 → 快速迭代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LED/肤位为数据占位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外观效果非最终资源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前端先按占位画槽位，最终资源设计侧补，不阻塞联调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每日任务池固定 6 种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玩法多样性有限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任务池可扩展，W6 视体验反馈补充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251960"/>
            <a:ext cx="5394960" cy="1920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4407408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W6 计划（对齐排期）：</a:t>
            </a:r>
            <a:endParaRPr sz="13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① 双机真实局域网联通、心跳保活断连重连</a:t>
            </a:r>
            <a:endParaRPr sz="11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② 排行榜 + WebSocket 重连 + 抽奖概率/刷级可视化验证</a:t>
            </a:r>
            <a:endParaRPr sz="11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③ 完整演示脚本 + 预置演示数据（直升等级/预置火花）</a:t>
            </a:r>
            <a:endParaRPr sz="11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4251960"/>
            <a:ext cx="5394960" cy="192024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4407408"/>
            <a:ext cx="4983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需要的支持：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Ubuntu + ROS2 环境完成编译/联调验证（共性待办）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与牛浩然/黄鑫禹各 30min 对齐火花 API 与联调排期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如需实体机演示窗口，请提前协调（W6-W7 计划内）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10 / 11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 · 请多指教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352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BA7A5"/>
                </a:solidFill>
                <a:latin typeface="微软雅黑" panose="020B0503020204020204" charset="-122"/>
                <a:ea typeface="微软雅黑" panose="020B0503020204020204" charset="-122"/>
              </a:rPr>
              <a:t>W5 一句话：从"会陪伴"到"记得陪你、催你续火、陪你长大"。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汇报人：李文扬（架构 / 集成）· 长夜月 · 蓝思杯赛道一：灵伴管家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3682</Words>
  <Application>WPS 演示</Application>
  <PresentationFormat>On-screen Show (4:3)</PresentationFormat>
  <Paragraphs>280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李文扬0328</cp:lastModifiedBy>
  <cp:revision>3</cp:revision>
  <dcterms:created xsi:type="dcterms:W3CDTF">2013-01-27T09:14:00Z</dcterms:created>
  <dcterms:modified xsi:type="dcterms:W3CDTF">2026-09-07T12:56:37Z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2D9484AC6F4E4DD69BA638C8D091B643_12</vt:lpwstr>
  </property>
</Properties>
</file>