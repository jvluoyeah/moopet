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W3+W4 工作汇报（8.17–8.30）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3BA7A5"/>
                </a:solidFill>
                <a:latin typeface="微软雅黑"/>
                <a:ea typeface="微软雅黑"/>
              </a:rPr>
              <a:t>答题闭环 → 情感决策完稿 · 双端联调 · 成长日记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汇报人：李文扬（架构 / 集成）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长夜月 · 蓝思杯赛道一：灵伴管家（智能体应用）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对齐排期 W3+W4 · 李文扬条目（上周 W3 因故未汇报，本周合并汇报）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A2E"/>
                </a:solidFill>
                <a:latin typeface="微软雅黑"/>
                <a:ea typeface="微软雅黑"/>
              </a:rPr>
              <a:t>双周结论：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W3 答题闭环 + W4 决策引擎完稿均按排期完成，两周连起来就是一条完整成长链：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感知互动 → 加点升级 → 答题锻炼 → 性格养成 → 情感陪伴 → 语音说出来（47/47 单测）。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代码：w4/moopet_ws（周周快照，W1-W3 成果全部保留）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双周结论（一页看懂）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7432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566928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W3（8.17–8.23）答题 + 基础闭环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983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quiz_node 集成：出题/判题/连击/难度降档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行为决策引擎骨架（BT 目录 + 空节点）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挂到决策入口：作答事件 → 决策反应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单测 28/28；16 项接口；/dog/combo 桥接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demo 终态 LV.23 / 1300 经验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27432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W4（8.24–8.30）情感决策 + 双端联调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83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决策引擎完稿：性格演化（四型）+ 情感账户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主动关怀（长沉默/深夜）+ 早安晚安/纪念日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成长日记：按天统计 → 第一人称日记落库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背包 TTS 节点：决策输出 → 语音+动作 双端联调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/>
                <a:ea typeface="微软雅黑"/>
              </a:rPr>
              <a:t>· 单测累计 47/47（新增 19）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11064240" cy="16002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87A2E"/>
                </a:solidFill>
                <a:latin typeface="微软雅黑"/>
                <a:ea typeface="微软雅黑"/>
              </a:rPr>
              <a:t>两周合起来看：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W3 让狗"会做题"，W4 让狗"有性格、懂感情、会主动开口"——排期 9.18 前的软件主线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（感知→成长→答题→情感→语音）已全部打通，剩下的是 W5-W6 的火花计划与稳定性收尾。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排期对照（两周 · 李文扬条目）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840480"/>
                <a:gridCol w="5120640"/>
                <a:gridCol w="1280160"/>
              </a:tblGrid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周次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排期任务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完成情况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W3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集成 quiz_node 并挂到决策引擎入口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答题节点接入决策入口；连击/难度/桥接齐备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搭建行为决策引擎骨架（BT 目录 + 空节点）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core/conditions/actions/trees 四件套 + 入口节点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完成行为决策引擎（性格/主动关怀/纪念日）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双轴四型性格演化 + 主动关怀 + 仪式/纪念日（真实化 W3 空节点）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情感账户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0~100 账户：互动+ / 闲置- / 冷淡·平衡·依赖三档 / 和好机制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双端联调（/dog/action + TTS）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新增背包 TTS 节点，决策输出 → 动作 + 语音全链路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附加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成长日记（排期归日记线，先落库）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按天统计互动 → 第一人称日记 → diary 表（一天一条）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说明：两周 5 项排期任务全部完成，无延期；附加完成日记落库，为牛浩然 W4 日记 API 直接铺路。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W3 浓缩回顾（上周未汇报，这里一页带过）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749039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W3 交付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要点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与 W4 的衔接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quiz_node 答题闭环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等级解锁 3/8/15/20；连击×5→+50、×10→+100；连错 3 题难度降档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作答事件持续喂给决策引擎 → W4 性格"表达度"的来源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决策引擎骨架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BT 目录四件套 + 入口节点（事件路由 → 反应）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 只做"填空"：真实化空条件/空动作，树结构不动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16 项接口 + 28/28 单测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DecisionEventMsg 入口；题库/答题/决策可单测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W4 无新增接口，直接在旧接口上实现行为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demo 终态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LV.23 / 1300 经验 / 本周 380/2000 / 4 项成就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成长数据已落库，W4 情感层叠加其上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983480"/>
            <a:ext cx="11064240" cy="1097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一句话：W3 的骨架是"留好了插口"的骨架——W4 的性格/关怀/纪念日就是插上去的模块，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/>
                <a:ea typeface="微软雅黑"/>
              </a:rPr>
              <a:t>两周代码同构演进（w4 快照承接 w3），没有返工。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W4 成果① 性格演化：双轴 → 四型（对齐狗2.md 独特性格塑造）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4297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783080"/>
            <a:ext cx="27432" cy="3840480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4846320" cy="27432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微软雅黑"/>
                <a:ea typeface="微软雅黑"/>
              </a:rPr>
              <a:t>依恋度 高 ↑（陪伴类：摸头/握手/散步/指引）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550468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87A2E"/>
                </a:solidFill>
                <a:latin typeface="微软雅黑"/>
                <a:ea typeface="微软雅黑"/>
              </a:rPr>
              <a:t>表达度 高 →（说话类：答题/呼唤）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011680"/>
            <a:ext cx="2057400" cy="141732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安静型
高依恋 · 低表达
"默默陪着主人"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057400" cy="141732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粘人型
高依恋 · 高表达
"走到哪跟到哪"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977639"/>
            <a:ext cx="2057400" cy="14173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独立型
低依恋 · 低表达
"自己玩也很开心"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977639"/>
            <a:ext cx="2057400" cy="14173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话痨型
低依恋 · 高表达
"有说不完的话"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03520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8920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机制（计数器 + 衰减）：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命中事件：所在轴 +6，双轴自然衰减 -1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每闲置一天：双轴 -3（性格慢慢淡化）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轴分界 55：双高=粘人 / 高表达=话痨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  高依恋=安静 / 双低=独立（初始独立型）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303520" cy="1783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4892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demo 实测演化路径：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独立型 → 摸头×4 → 安静型 → 呼唤+答题 → 粘人型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性格变化时狗狗主动播报："好像…我更黏主人啦，请多指教！"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W4 成果② 情感账户 + 主动关怀（对齐狗2.md 情感连接层）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情感账户 0~100（投入越多回应越丰富）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0–30 冷淡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828800"/>
            <a:ext cx="2011680" cy="5029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30–70 平衡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828800"/>
            <a:ext cx="201168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70–100 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6126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每次正向互动 +2（摸头/握手/散步/答对…），封顶 100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每闲置一天 -5；双轴性格同步淡化 -3/天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冷淡期：主动关怀整体抑制（"长期忽视减少主动互动"）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和好机制：回来多互动，账户逐步回温（demo：6 次摸头 20→32）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主动关怀（长沉默 ≥2h 触发）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029200" cy="2240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6596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平衡期："主人好久没理我了…有点想你"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依赖期："主人你去哪啦，我等你好久啦！"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深夜 23-6 点：轻声"夜深了，主人早点休息哦"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冷淡期：沉默不搭话（设计行为，非缺陷）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· 触发入口：on_tick 周期检查（节点 60s 定时器）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1064240" cy="16002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87A2E"/>
                </a:solidFill>
                <a:latin typeface="微软雅黑"/>
                <a:ea typeface="微软雅黑"/>
              </a:rPr>
              <a:t>demo 实测（冷落 → 和好）：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2 天不互动 账户 64→54 → 冷落区 20（不再主动）→ 回来摸头×6 → 32 回到平衡期。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全程数值可复现、可单测（19 项 W4 单测覆盖账户增益/封顶/衰减/档位/抑制）。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W4 成果③ 陪伴仪式 + 纪念日 + 成长日记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103120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早安 / 晚安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417320"/>
            <a:ext cx="8823960" cy="566928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46304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/>
                <a:ea typeface="微软雅黑"/>
              </a:rPr>
              <a:t>6-9 点 / 21-23 点窗口，每天一次不重复；按当前性格说不同的话（亮点）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30552"/>
            <a:ext cx="2103120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等级里程碑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30552"/>
            <a:ext cx="8823960" cy="566928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/>
                <a:ea typeface="微软雅黑"/>
              </a:rPr>
              <a:t>LV.10/20/…/100 升级即庆祝："我升到 LV.10 啦！撒花庆祝！"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43784"/>
            <a:ext cx="2103120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自定义纪念日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843784"/>
            <a:ext cx="8823960" cy="566928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89504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/>
                <a:ea typeface="微软雅黑"/>
              </a:rPr>
              <a:t>主人可登记（如'认识主人满月'），当天主动提起，每日一次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57015"/>
            <a:ext cx="2103120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成长日记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557015"/>
            <a:ext cx="8823960" cy="566928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02735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/>
                <a:ea typeface="微软雅黑"/>
              </a:rPr>
              <a:t>按天统计互动 → 生成第一人称日记 → diary 表落库（一天一条，跨日自动写）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5394960" cy="173736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83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同一句早安，性格不同说法不同：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粘人型："主人早上好呀！我在这儿等你好久啦！"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独立型："早啊主人，我去晒会儿太阳。"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→ 狗2.md"独特性格塑造"落到每一句话上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434840"/>
            <a:ext cx="5394960" cy="17373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4983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日记示例（demo 自动生成）：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/>
                <a:ea typeface="微软雅黑"/>
              </a:rPr>
              <a:t>"2025-08-28。今天我 LV.10，心情平静，是粘人型的小狗。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/>
                <a:ea typeface="微软雅黑"/>
              </a:rPr>
              <a:t>主人叫了我 1 次，我都有好好回应；迎来了升级里程碑 1 次。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/>
                <a:ea typeface="微软雅黑"/>
              </a:rPr>
              <a:t>我们的情感账户存到了 30，感觉我们越来越有默契啦。"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W4 成果④ 双端联调：决策输出 → 动作 + 语音（/dog/action + TTS）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137160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感知 / 答题 /
定时主动检查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2011680"/>
            <a:ext cx="2286000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行为决策引擎
（狗侧）反应：
tts_text +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2011680"/>
            <a:ext cx="2286000" cy="137160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背包 TTS 节点
/backpack/tts_speak
（TtsSpeak 动作）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011680"/>
            <a:ext cx="2286000" cy="137160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语音播报 🔊
进度反馈 → 时长结果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697480"/>
            <a:ext cx="2286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49240" y="2697480"/>
            <a:ext cx="4572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2697480"/>
            <a:ext cx="4572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06440" y="4114800"/>
            <a:ext cx="2286000" cy="10058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/dog/action
动作执行 + 加点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3383280"/>
            <a:ext cx="1600200" cy="123444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4114800"/>
            <a:ext cx="3063240" cy="2011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251960"/>
            <a:ext cx="27432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W3 只留了客户端：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"TTS 未就绪记日志"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W4 补上服务端即通：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接口 0 新增，demo 模式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打印 🔊 播报内容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777240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60720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联调口径：goal(text/rate/pitch) → feedback(progress) → result(success/duration)；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仿真时长 = 字数×0.08s，后续接真实 edge-tts 只换内部实现，两端接口不变。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质量验证与实测数据（两周累计）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640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单测 47/47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/>
                <a:ea typeface="微软雅黑"/>
              </a:rPr>
              <a:t>W2 经验 8 + W3 题库/答题/决策 20
+ W4 情感决策新增 19
纯逻辑无 ROS 可复跑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463040"/>
            <a:ext cx="269748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接口 16 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/>
                <a:ea typeface="微软雅黑"/>
              </a:rPr>
              <a:t>W4 零新增——全部复用 W1 定义
行为长在旧接口上
（TTS 动作 W4 实现服务端）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463040"/>
            <a:ext cx="269748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编译检查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/>
                <a:ea typeface="微软雅黑"/>
              </a:rPr>
              <a:t>新增/改动 10 个 Python 文件
py_compile 全过
（ROS 节点亦通过）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1463040"/>
            <a:ext cx="2697480" cy="64008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演示可复现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/>
                <a:ea typeface="微软雅黑"/>
              </a:rPr>
              <a:t>standalone_demo_w4.py 一条时间轴
--fast 快速模式
start_demo.sh 一键含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64240" cy="9144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W4 demo 终态：LV.10 ｜ 粘人型（独立→安静→粘人完整演化）｜ 情感账户 20→32（和好实测）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日记已落库（2025-08-28 一条）；W3 demo 终态 LV.23 / 1300 经验 / 连击 ×5 +50、×10 +100 照旧可复现。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064240" cy="73152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⏳ 待验证：Ubuntu 侧编译 / TTS 联调 / start_demo 全流程 / 双机联调（需环境，见风险页）——两周均无新增接口，风险低。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小组成员进展与下一步（牛浩然 / 黄鑫禹）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526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牛浩然（前端 / 后端）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W3 已完成：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答题页 + 题库/判题 API（对接 /dog/quiz、/dog/combo）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W4 本周要干嘛（排期）：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日记 API：读 diary 表（W4 已落库，一天一条）→ 前端日记页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周报 API：按周汇总互动/答题/日记数据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心情时间序列 API + 前端心情曲线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依赖与衔接：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diary 表结构与经验库同库（db_path），schema 已预置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决策引擎 daily_stats()/diary.latest() 可直接复用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验收：前端能展示"某天日记 + 心情曲线"即通过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4526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548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黄鑫禹（创意 / 测试）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W3 已完成：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语音问答链路 + 5 场景验证 + 连击体验验证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W4 本周要干嘛（排期）：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角色串联演示：表情→决策→动作→TTS 全链路走查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手感实测：抚摸/冷落/和好/仪式的节奏与话术体验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调参建议：性格轴增益/衰减、账户速率、关怀阈值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依赖与衔接：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W4 已提供：性格化话术 + TTS 仿真播报 + 一键启动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· 验收：串联演示无卡点 + 一份调参建议清单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/>
                <a:ea typeface="微软雅黑"/>
              </a:rPr>
              <a:t>协作方式不变：任务清单已单独成文（docs/任务清单_W4_*.md），含依赖、验收标准、现在就能做的第一步。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风险、下一步（W5）与需要的支持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566160"/>
                <a:gridCol w="438912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 / 待办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影响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Ubuntu 侧编译/联调未完成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两周成果未在真实 ROS 环境回归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首要待办；W4 无新增接口，预计一次编译即可验证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性格/情感参数为初版经验值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节奏、话术密度可能与理想手感有偏差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黄鑫禹 W4 手感实测 → 出调参建议 → 快速迭代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TTS 为仿真实现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音色/语速非最终效果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接口已定，后续替换 edge-tts 不动两端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前端日记页依赖联调窗口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日记 API 联调延后则页面演示顺延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/>
                          <a:ea typeface="微软雅黑"/>
                        </a:rPr>
                        <a:t>表结构与统计函数已就绪，接口面谈一次即可开工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51960"/>
            <a:ext cx="5394960" cy="1920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07408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/>
                <a:ea typeface="微软雅黑"/>
              </a:rPr>
              <a:t>W5 计划（对齐排期）：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① 火花计划：每日任务/打卡/奖励接入决策与结算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/>
                <a:ea typeface="微软雅黑"/>
              </a:rPr>
              <a:t>  （streak/daily_task/daily_reward 表 W1 已预置）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/>
                <a:ea typeface="微软雅黑"/>
              </a:rPr>
              <a:t>② 综合：两端功能联演 + 演示脚本定稿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251960"/>
            <a:ext cx="5394960" cy="192024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407408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需要的支持：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① Ubuntu + ROS2 环境完成编译/联调验证（两周共性待办）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② 与牛浩然/黄鑫禹各 30min 对齐接口与联调排期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③ 如需实体机演示窗口，请提前协调（W6-W7 计划内）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/>
                <a:ea typeface="微软雅黑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