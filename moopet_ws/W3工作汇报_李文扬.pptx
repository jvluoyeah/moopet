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73152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W3 工作汇报（8.17–8.23）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3BA7A5"/>
                </a:solidFill>
                <a:latin typeface="微软雅黑"/>
                <a:ea typeface="微软雅黑"/>
              </a:rPr>
              <a:t>答题 + 基础闭环 · quiz_node 集成 + 行为决策引擎骨架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汇报人：李文扬（架构 / 集成）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长夜月 · 蓝思杯赛道一：灵伴管家（智能体应用）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对齐排期 W3 · 李文扬条目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A2E"/>
                </a:solidFill>
                <a:latin typeface="微软雅黑"/>
                <a:ea typeface="微软雅黑"/>
              </a:rPr>
              <a:t>本周结论：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两项排期任务全部完成；「感知 → 加点 → 升级 → 答题 → 决策反应」基础闭环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可演示、可单测（28/28），待 Ubuntu 侧编译验证。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代码：w3/moopet_ws（承接 W1 接口 + W2 感知结算层）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本周目标与排期对齐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05840"/>
                <a:gridCol w="4846320"/>
                <a:gridCol w="192024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集成 quiz_node 并挂到决策引擎入口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排期 W3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答题节点接入：出题/判题/连击/难度，作答事件进决策引擎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 完成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搭建行为决策引擎骨架（BT 目录 + 空节点）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排期 W3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Behavior Tree 目录结构 + 空节点 + 决策引擎入口节点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 完成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让闭环可跑、可演示（自加）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补充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题库/结算扩展/新接口/独立 demo/单测，串通整条链路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 完成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43400"/>
            <a:ext cx="11064240" cy="14630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/>
                <a:ea typeface="微软雅黑"/>
              </a:rPr>
              <a:t>说明：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/>
                <a:ea typeface="微软雅黑"/>
              </a:rPr>
              <a:t>两项排期任务按计划完成；为让闭环真正可跑、可给队友演示，本周额外补齐了题库、结算扩展、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/>
                <a:ea typeface="微软雅黑"/>
              </a:rPr>
              <a:t>决策入口接口、无 ROS 独立演示和单测——这些都在 W1/W2 的接口与引擎上直接扩展，未另起炉灶。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完成情况一览（对照排期 / 交付物）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914400"/>
                <a:gridCol w="914400"/>
                <a:gridCol w="4846320"/>
              </a:tblGrid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交付物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位置 / 证据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quiz_node：出题/判题/连击/难度 + /dog/combo 桥接 + 决策事件挂入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排期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src/moopet_dog/moopet_dog/quiz_node.py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行为决策引擎骨架：BT 目录 + 空节点 + 决策引擎入口节点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排期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src/moopet_dog/moopet_dog/decision/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题库模块（7 科目 × 4 题，等级解锁/难度降档）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补充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quiz_bank.py（纯逻辑）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结算扩展：quiz 来源（+10/周上限 200）+ 连击 5/10 奖励 + 答题成就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补充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exp_engine.py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决策入口接口 DecisionEventMsg（接口总数 15→16）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补充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moopet_interfaces/msg/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无 ROS 独立演示（W1→W2→W3）+ 一键启动集成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补充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standalone_demo_w3.py / start_demo.sh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单测：题库 7 + 答题 6 + 决策 7 + 经验引擎回归 8 = 28/28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质量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tests/ + boundary_test.sh</a:t>
                      </a:r>
                    </a:p>
                  </a:txBody>
                  <a:tcPr marL="54864" marR="54864" marT="9144" marB="9144" anchor="ctr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Ubuntu 编译 / 双机 / 全流程验证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待办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8B57"/>
                          </a:solidFill>
                          <a:latin typeface="微软雅黑"/>
                          <a:ea typeface="微软雅黑"/>
                        </a:rPr>
                        <a:t>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需 Ubuntu + ROS2 环境（见风险页）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成果① 答题闭环（quiz_node）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E74B5"/>
                </a:solidFill>
                <a:latin typeface="微软雅黑"/>
                <a:ea typeface="微软雅黑"/>
              </a:rPr>
              <a:t>基于 W2 结算引擎扩展出「答题」来源，接入 决策引擎入口，形成完整闭环。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0116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出题 / 判题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965960"/>
            <a:ext cx="8915400" cy="5486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93391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/dog/quiz/question、/dog/quiz/answer；判题规则在 quiz_bank（纯逻辑可单测）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24328"/>
            <a:ext cx="20116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连击奖励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624328"/>
            <a:ext cx="8915400" cy="5486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5176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连对 5 题 +50、10 题 +100（不计周上限），对齐排期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82696"/>
            <a:ext cx="20116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难度降档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3282696"/>
            <a:ext cx="8915400" cy="5486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10127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连错 3 题难度降一档（3→2），带解释性反馈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41064"/>
            <a:ext cx="20116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等级解锁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3941064"/>
            <a:ext cx="8915400" cy="5486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68496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语文/数学 3 级、英文/常识 8 级、科学/编程 15 级、自定义 20 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99431"/>
            <a:ext cx="20116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判题桥接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4599431"/>
            <a:ext cx="8915400" cy="5486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26864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/dog/combo 服务：web 端判题同款接口（供牛浩然答题页对接）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57800"/>
            <a:ext cx="20116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挂入决策引擎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5257800"/>
            <a:ext cx="8915400" cy="5486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85232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每次作答发布 /dog/decision/event，事件进入行为决策引擎入口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/>
                <a:ea typeface="微软雅黑"/>
              </a:rPr>
              <a:t>接入点：quiz_node 复用 /dog/state 广播状态卡；加分走 exp_engine.quiz_answer（与 W2 同一引擎）。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成果② 行为决策引擎骨架（BT 目录 + 空节点）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4805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1206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moopet_dog/decision/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├── behavior_tree/        # 行为树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│   ├── core.py           # Status/Sequence/Selector/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│   │                     #   Fallback/Condition/Action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│   ├── conditions.py     # 事件/等级/心情条件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│   │                     #   + W4 空节点（时间/沉默/新一天）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│   ├── actions.py        # 答题/抚摸/握手/呼唤/空气/散步/指引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│   │                     #   + W4 空节点（纪念日/主动关怀/性格）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│   └── trees.py          # 答题子树 + 主树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├── decision_engine.py    # 决策引擎入口：事件路由 → 反应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└── decision_engine_node.py # ROS 节点：订阅 /dog/decision/event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3A5F"/>
                </a:solidFill>
                <a:latin typeface="微软雅黑"/>
                <a:ea typeface="微软雅黑"/>
              </a:rPr>
              <a:t>                              → TTS / /dog/action 联动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71600"/>
            <a:ext cx="5303520" cy="21031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本周已跑通：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答题事件 → 行为树路由 → 答对表扬 / 答错鼓励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→ 联动 TTS（未就绪时日志降级）与 /dog/action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→ 状态卡实时刷新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703320"/>
            <a:ext cx="5303520" cy="214884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84048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W4 将填充（骨架已占位）：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性格演化（粘人/独立/话痨/安静）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情感账户、主动关怀、纪念日触发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→ 决策输出写入成长日记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成果③ 可演示、可验证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5176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16 项接口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651760" cy="2377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23774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F3A5F"/>
                </a:solidFill>
                <a:latin typeface="微软雅黑"/>
                <a:ea typeface="微软雅黑"/>
              </a:rPr>
              <a:t>W3 新增 DecisionEventMsg（决策入口）
全部登记 CMakeLists + interface_spec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554480"/>
            <a:ext cx="265176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无 ROS 独立演示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286000"/>
            <a:ext cx="2651760" cy="2377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23160"/>
            <a:ext cx="23774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F3A5F"/>
                </a:solidFill>
                <a:latin typeface="微软雅黑"/>
                <a:ea typeface="微软雅黑"/>
              </a:rPr>
              <a:t>standalone_demo_w3.py
W1→W2→W3 一条时间轴，Windows 可跑
（--fast / --interactive）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554480"/>
            <a:ext cx="265176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单测 28/28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2286000"/>
            <a:ext cx="2651760" cy="2377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23160"/>
            <a:ext cx="23774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F3A5F"/>
                </a:solidFill>
                <a:latin typeface="微软雅黑"/>
                <a:ea typeface="微软雅黑"/>
              </a:rPr>
              <a:t>题库 7 + 答题 6 + 决策 7
+ 经验引擎回归 8
全部纯逻辑、无 ROS 可跑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554480"/>
            <a:ext cx="265176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一键启动集成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286000"/>
            <a:ext cx="2651760" cy="2377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423160"/>
            <a:ext cx="23774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F3A5F"/>
                </a:solidFill>
                <a:latin typeface="微软雅黑"/>
                <a:ea typeface="微软雅黑"/>
              </a:rPr>
              <a:t>start_demo.sh 新增 quiz / decision 节点
+/dog/combo 场景，Ubuntu 上全流程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/>
                <a:ea typeface="微软雅黑"/>
              </a:rPr>
              <a:t>演示视角：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/>
                <a:ea typeface="微软雅黑"/>
              </a:rPr>
              <a:t>W1 地基（接口/冒烟）→ W2 感知成长（LV.1→解锁等级）→ W3 答题/连击/难度/决策反应 → 状态卡刷新。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/>
                <a:ea typeface="微软雅黑"/>
              </a:rPr>
              <a:t>整条链路承接前两周成果，非另起炉灶。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质量验证与实测数据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21945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0292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本地验证（Windows，纯逻辑）：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· 单测 28/28 全过（含 W2 经验引擎回归 8/8）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· 全部新增 Python 文件 py_compile 通过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· 题库模块自带自检通过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71600"/>
            <a:ext cx="5303520" cy="21945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4892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/>
                <a:ea typeface="微软雅黑"/>
              </a:rPr>
              <a:t>demo 实测（--fast 一键复现）：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/>
                <a:ea typeface="微软雅黑"/>
              </a:rPr>
              <a:t>· 连击×5 → +50；连击×10 → +100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/>
                <a:ea typeface="微软雅黑"/>
              </a:rPr>
              <a:t>· 连错 3 题 → 难度 3→2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/>
                <a:ea typeface="微软雅黑"/>
              </a:rPr>
              <a:t>· 中途升级解锁 科学/编程/自定义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11064240" cy="13716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最终状态卡：LV.23 / 累计 1300 经验 / 本周 380/2000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/>
                <a:ea typeface="微软雅黑"/>
              </a:rPr>
              <a:t>成就解锁 4 项（全能互动 / 经验丰富 / 答题小能手 / 大师养成）；/dog/combo 桥接往返正常。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94960"/>
            <a:ext cx="11064240" cy="82296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⏳ 待验证：Ubuntu 侧 colcon build（16 接口）/ 冒烟 / start_demo 全流程 / 双机联调（需环境，见风险页）。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风险与待办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291840"/>
                <a:gridCol w="393192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 / 待办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影响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应对 / 状态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Ubuntu 侧编译与实机验证未完成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新增接口/节点未在真实 ROS 环境验证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首要待办；需 Ubuntu+ROS2 环境，预计下周初完成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背包 TTS 节点未实现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决策→语音联动暂为日志降级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W4 接入；不影响答题/动作闭环主线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并行协作接口对接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牛浩然答题页、黄鑫禹语音 demo 依赖新接口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接口已就绪并登记规范，已发任务清单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双机联调需两台设备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双机跨机互通未实测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W6 双机联调；单机仿真可先行验证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</a:rPr>
              <a:t>结论：本周排期目标全部达成，风险可控；唯一硬性依赖是 Ubuntu 环境验证。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下一步（W4）与需要的支持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28346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W4 计划（对齐排期）：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微软雅黑"/>
                <a:ea typeface="微软雅黑"/>
              </a:rPr>
              <a:t>① 决策引擎完稿：性格（粘人/独立/话痨/安静）由计数器+衰减演化；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微软雅黑"/>
                <a:ea typeface="微软雅黑"/>
              </a:rPr>
              <a:t>② 情感账户机制（依赖感/平衡逻辑）；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微软雅黑"/>
                <a:ea typeface="微软雅黑"/>
              </a:rPr>
              <a:t>③ 主动关怀（长沉默/特殊场景）、纪念日触发（早安/晚安/里程碑/自定义）；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微软雅黑"/>
                <a:ea typeface="微软雅黑"/>
              </a:rPr>
              <a:t>④ 接入背包 TTS，双端联调：决策输出 → /dog/action + TTS。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34840"/>
            <a:ext cx="11064240" cy="173736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需要的支持：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① Ubuntu + ROS2 环境（或授权使用开发机）完成编译/冒烟/全流程验证；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② 与牛浩然（日记/周报 API）、黄鑫禹（串联演示）对齐接口与联调时间。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