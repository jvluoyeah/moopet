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W3 演示汇报：答题与基础闭环</a:t>
            </a:r>
            <a:endParaRPr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3BA7A5"/>
                </a:solidFill>
                <a:latin typeface="微软雅黑" panose="020B0503020204020204" charset="-122"/>
                <a:ea typeface="微软雅黑" panose="020B0503020204020204" charset="-122"/>
              </a:rPr>
              <a:t>感知 → 加点 → 升级 → 答题 → 决策反应</a:t>
            </a:r>
            <a:endParaRPr sz="2100" b="1">
              <a:solidFill>
                <a:srgbClr val="3BA7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594735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长夜月 · 李文扬（架构 / 集成）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蓝思杯 · 赛道一：灵伴管家（智能体应用）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对应排期 W3（8.17–8.23）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演示载体：w3/moopet_ws · standalone_demo_w3.py / start_demo.sh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这次演示做什么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7487920" cy="1143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619875" cy="81851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不依赖真实机器狗硬件，用 ROS2 仿真和模拟数据，把「感知 → 加点 → 升级 → 答题 → 决策反应」</a:t>
            </a:r>
            <a:endParaRPr sz="14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这一整条软件流程跑通，验证软件架构和养成体系已经就绪。</a:t>
            </a:r>
            <a:endParaRPr sz="145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7494905" cy="96012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999105"/>
            <a:ext cx="6619240" cy="5353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思路：前两周把基础打好（接口、感知、成长），第三周把答题和决策接上，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让整条流程首尾连起来。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6607810" cy="1082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演示分三层，是同一套代码逐步加长的过程：</a:t>
            </a:r>
            <a:endParaRPr sz="140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W1 接口契约 → W2 感知与成长 → W3 答题与决策</a:t>
            </a:r>
            <a:endParaRPr sz="13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第三周的出题、判题、决策都直接复用前两周的接口和结算引擎，所以按顺序放一起演示最顺。</a:t>
            </a:r>
            <a:endParaRPr sz="13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2 / 8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795" y="1600200"/>
            <a:ext cx="3927475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三层演示内容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5943600"/>
                <a:gridCol w="1828800"/>
              </a:tblGrid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演示内容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关键看点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1F3A5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第一层 · 地基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W1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工作空间三包 + 16 项自定义接口 + 冒烟测试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先把接口协议定好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第二层 · 感知与成长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W2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背包 5 个感知节点 + 遛狗里程 + 8 种来源加点 + 升级/成就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能感知，能成长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第三层 · 答题与闭环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W3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题库按等级解锁 → 答题/连击/难度降档 → 决策引擎入口 → 语音动作联动 → 状态卡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能答题，能做反应</a:t>
                      </a:r>
                      <a:endParaRPr sz="110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091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三层共用同一套纯逻辑（quiz_bank / exp_engine / decision），在一条时间轴上推进。</a:t>
            </a:r>
            <a:endParaRPr sz="13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3 / 8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系统结构示意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双机：背包盒子与狗本体，设相同 ROS_DOMAIN_ID 可跨机互通</a:t>
            </a:r>
            <a:endParaRPr sz="125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938655"/>
            <a:ext cx="4114800" cy="3291840"/>
          </a:xfrm>
          <a:prstGeom prst="roundRect">
            <a:avLst/>
          </a:prstGeom>
          <a:solidFill>
            <a:srgbClr val="3BA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54864" tIns="18288" rIns="54864" bIns="18288" rtlCol="0" anchor="ctr"/>
          <a:lstStyle/>
          <a:p>
            <a:pPr algn="ctr" fontAlgn="ctr"/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heartbeat · 5s 心跳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294436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audio · 语音命令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349300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vision · 表情/动作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04164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env · 空气质量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459028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touch · 抚摸分区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79" y="1938655"/>
            <a:ext cx="4114800" cy="3291840"/>
          </a:xfrm>
          <a:prstGeom prst="round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80960" y="239572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odom · 10Hz 遛狗里程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80960" y="294436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exp_engine · 加点/升级/成就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80960" y="349300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quiz_node · 出题/判题/连击/难度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80960" y="404164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decision · 行为决策引擎（BT）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80960" y="4590288"/>
            <a:ext cx="3749039" cy="43891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state_mgr · 状态卡</a:t>
            </a:r>
            <a:endParaRPr sz="11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709160" y="3383280"/>
            <a:ext cx="2743200" cy="0"/>
          </a:xfrm>
          <a:prstGeom prst="line">
            <a:avLst/>
          </a:prstGeom>
          <a:ln w="3810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0" y="27614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感知事件</a:t>
            </a:r>
            <a:endParaRPr sz="1250" b="1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98079" y="5669280"/>
            <a:ext cx="4114800" cy="685800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状态卡 / 控制台（等级 / 经验 / 心情）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555480" y="5230495"/>
            <a:ext cx="0" cy="457200"/>
          </a:xfrm>
          <a:prstGeom prst="line">
            <a:avLst/>
          </a:prstGeom>
          <a:ln w="28575">
            <a:solidFill>
              <a:srgbClr val="555F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95135" y="5289423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/dog/state 实时刷新</a:t>
            </a:r>
            <a:endParaRPr sz="1150" b="1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4 / 8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80515" y="2047240"/>
            <a:ext cx="205105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背包盒子（仿真感知）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62415" y="1998980"/>
            <a:ext cx="786765" cy="335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狗本体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流程示意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203911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W1 地基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2487168"/>
            <a:ext cx="2039112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633472"/>
            <a:ext cx="1856231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16 项接口
冒烟测试通过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441448" y="2066543"/>
            <a:ext cx="246888" cy="0"/>
          </a:xfrm>
          <a:prstGeom prst="line">
            <a:avLst/>
          </a:prstGeom>
          <a:ln w="3810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24912" y="1737360"/>
            <a:ext cx="203911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W2 感知+成长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24912" y="2487168"/>
            <a:ext cx="2039112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16352" y="2633472"/>
            <a:ext cx="1856231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抚摸/散步/呼唤/握手/通风/投影/通讯
攒经验升级，解锁题库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2066543"/>
            <a:ext cx="246888" cy="0"/>
          </a:xfrm>
          <a:prstGeom prst="line">
            <a:avLst/>
          </a:prstGeom>
          <a:ln w="3810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84064" y="1737360"/>
            <a:ext cx="203911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W3 答题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84064" y="2487168"/>
            <a:ext cx="2039112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75504" y="2633472"/>
            <a:ext cx="1856231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出题、判题
连击 5 题 +50，10 题 +100
连错 3 题难度降一档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2066543"/>
            <a:ext cx="246888" cy="0"/>
          </a:xfrm>
          <a:prstGeom prst="line">
            <a:avLst/>
          </a:prstGeom>
          <a:ln w="3810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43216" y="1737360"/>
            <a:ext cx="2039112" cy="658368"/>
          </a:xfrm>
          <a:prstGeom prst="round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决策引擎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43216" y="2487168"/>
            <a:ext cx="2039112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34656" y="2633472"/>
            <a:ext cx="1856231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进入决策引擎入口
行为树路由
答对表扬 / 答错鼓励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9518904" y="2066543"/>
            <a:ext cx="246888" cy="0"/>
          </a:xfrm>
          <a:prstGeom prst="line">
            <a:avLst/>
          </a:prstGeom>
          <a:ln w="3810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02368" y="1737360"/>
            <a:ext cx="2039112" cy="65836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回应与状态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802368" y="2487168"/>
            <a:ext cx="2039112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93808" y="2633472"/>
            <a:ext cx="1856231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TTS 语音
动作联动
状态卡刷新</a:t>
            </a:r>
            <a:endParaRPr sz="1000" b="0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5029200"/>
            <a:ext cx="11430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整个流程：互动产生经验 → 升级解锁题库 → 答题连击 → 决策引擎给出回应（语音/动作）→ 状态卡刷新。</a:t>
            </a:r>
            <a:endParaRPr sz="140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全程用模拟数据，不依赖真实机器狗硬件。</a:t>
            </a:r>
            <a:endParaRPr sz="13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5 / 8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要验证的点与容错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97680"/>
                <a:gridCol w="3657600"/>
              </a:tblGrid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演示看点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验证内容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对应排期 / 目标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题库按等级解锁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等级门槛 3 / 8 / 15 / 20 级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排期 W3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连击 5 / 10 奖励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连击与奖励逻辑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排期 W3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连错 3 题难度降档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难度降档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排期 W3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/dog/combo 桥接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判题接口桥接 ROS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排期 W3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决策引擎入口 + 行为树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事件路由 + 语音动作联动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排期 W3 · 李文扬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状态实时刷新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经验 / 状态同步延迟 ≤1s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A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创意方案书指标</a:t>
                      </a:r>
                      <a:endParaRPr sz="1050" b="0">
                        <a:solidFill>
                          <a:srgbClr val="1F3A5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容错：</a:t>
            </a:r>
            <a:endParaRPr sz="135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① TTS 没就绪时只记日志，不影响主流程（TTS 节点 W4 接入）；</a:t>
            </a:r>
            <a:endParaRPr sz="12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② 没有 ROS 或双机时，用独立演示顶上（同一套逻辑）；</a:t>
            </a:r>
            <a:endParaRPr sz="12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③ 等级不够时答题会自动等，或演示前用预置数据；④ 单个环节出错可以跳过。</a:t>
            </a:r>
            <a:endParaRPr sz="12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7 / 8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sz="3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BA7A5"/>
                </a:solidFill>
                <a:latin typeface="微软雅黑" panose="020B0503020204020204" charset="-122"/>
                <a:ea typeface="微软雅黑" panose="020B0503020204020204" charset="-122"/>
              </a:rPr>
              <a:t>流程已经跑通：感知 → 成长 → 答题 → 决策反应，全程模拟数据。</a:t>
            </a:r>
            <a:endParaRPr sz="1700" b="1">
              <a:solidFill>
                <a:srgbClr val="3BA7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下一步（W4）：补上决策引擎的性格、情感账户、主动关怀和纪念日，接入背包 TTS 语音问答。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9224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6B"/>
                </a:solidFill>
                <a:latin typeface="微软雅黑" panose="020B0503020204020204" charset="-122"/>
                <a:ea typeface="微软雅黑" panose="020B0503020204020204" charset="-122"/>
              </a:rPr>
              <a:t>8 / 8</a:t>
            </a:r>
            <a:endParaRPr sz="1000" b="0">
              <a:solidFill>
                <a:srgbClr val="555F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WPS 演示</Application>
  <PresentationFormat>On-screen Show (4:3)</PresentationFormat>
  <Paragraphs>184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李文扬0328</cp:lastModifiedBy>
  <cp:revision>5</cp:revision>
  <dcterms:created xsi:type="dcterms:W3CDTF">2013-01-27T09:14:00Z</dcterms:created>
  <dcterms:modified xsi:type="dcterms:W3CDTF">2026-08-24T12:40:45Z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2B19459898C24C53A5927231C2536072_12</vt:lpwstr>
  </property>
</Properties>
</file>